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07040" y="457200"/>
            <a:ext cx="1207008" cy="5486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4048" y="457200"/>
            <a:ext cx="548640" cy="1207008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1005840"/>
            <a:ext cx="548640" cy="109728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38944" y="1444752"/>
            <a:ext cx="1316736" cy="658368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1005840"/>
            <a:ext cx="1755648" cy="658368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5892" y="96469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72900" y="41605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321540" y="1623060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14532" y="206197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797796" y="1403604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1188720" y="5303520"/>
            <a:ext cx="1408176" cy="64008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96896" y="5303520"/>
            <a:ext cx="640080" cy="1408176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5943600"/>
            <a:ext cx="640080" cy="128016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6455664"/>
            <a:ext cx="1536192" cy="768096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943600"/>
            <a:ext cx="2048256" cy="768096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7572" y="590245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555748" y="526237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195828" y="6670548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87652" y="718261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1460" y="6414516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0" y="1417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 INITIATIVE  ·  GRADUATION PROJECT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0" y="192024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NeuroNote</a:t>
            </a:r>
            <a:endParaRPr lang="en-US" sz="6800" dirty="0"/>
          </a:p>
        </p:txBody>
      </p:sp>
      <p:sp>
        <p:nvSpPr>
          <p:cNvPr id="29" name="Text 25"/>
          <p:cNvSpPr/>
          <p:nvPr/>
        </p:nvSpPr>
        <p:spPr>
          <a:xfrm>
            <a:off x="1371600" y="306324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collaborative workspace where students and small teams organize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tasks, and knowledge in structured pages.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906628" y="41605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592" y="4288536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61492" y="459943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Mahmoud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3009748" y="41605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712" y="4288536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064612" y="459943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Youssab Ossama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112868" y="41605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832" y="4288536"/>
            <a:ext cx="256032" cy="25603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167732" y="459943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Nageh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7215988" y="41605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952" y="4288536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270852" y="459943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Mohamed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9319108" y="41605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4072" y="4288536"/>
            <a:ext cx="256032" cy="25603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373972" y="459943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Mohanad Mahmoud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3992728" y="5394960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328" y="5532120"/>
            <a:ext cx="292608" cy="29260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4678528" y="53949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 </a:t>
            </a:r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Mahmoud</a:t>
            </a:r>
            <a:endParaRPr lang="en-US" sz="1400" dirty="0"/>
          </a:p>
        </p:txBody>
      </p:sp>
      <p:sp>
        <p:nvSpPr>
          <p:cNvPr id="48" name="Text 38"/>
          <p:cNvSpPr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Project  —  .NET &amp; Angular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828800" y="868680"/>
            <a:ext cx="1307592" cy="59436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36392" y="868680"/>
            <a:ext cx="594360" cy="1307592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463040"/>
            <a:ext cx="594360" cy="118872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1938528"/>
            <a:ext cx="1426464" cy="713232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463040"/>
            <a:ext cx="1901952" cy="713232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7652" y="142189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95244" y="82753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89604" y="2135124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82012" y="26106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5548" y="1897380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10180015" y="4892040"/>
            <a:ext cx="1106424" cy="50292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86439" y="4892040"/>
            <a:ext cx="502920" cy="110642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80015" y="5394960"/>
            <a:ext cx="502920" cy="100584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5927" y="5797296"/>
            <a:ext cx="1207008" cy="60350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80015" y="5394960"/>
            <a:ext cx="1609344" cy="60350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38867" y="535381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245291" y="485089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48211" y="5957316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641787" y="635965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34779" y="5756148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22960" y="22860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28" name="Shape 24"/>
          <p:cNvSpPr/>
          <p:nvPr/>
        </p:nvSpPr>
        <p:spPr>
          <a:xfrm>
            <a:off x="914400" y="3977640"/>
            <a:ext cx="14630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22960" y="4114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Goals &amp; Objectives</a:t>
            </a:r>
            <a:endParaRPr lang="en-US" sz="4000" dirty="0"/>
          </a:p>
        </p:txBody>
      </p:sp>
      <p:sp>
        <p:nvSpPr>
          <p:cNvPr id="30" name="Text 26"/>
          <p:cNvSpPr/>
          <p:nvPr/>
        </p:nvSpPr>
        <p:spPr>
          <a:xfrm>
            <a:off x="86868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we're solving, and what NeuroNote sets out to deliver.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20095" y="5257800"/>
            <a:ext cx="1106424" cy="50292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26519" y="5257800"/>
            <a:ext cx="502920" cy="1106424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5760720"/>
            <a:ext cx="502920" cy="10058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16007" y="6163056"/>
            <a:ext cx="1207008" cy="603504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0095" y="5760720"/>
            <a:ext cx="1609344" cy="603504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8947" y="571957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885371" y="521665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388291" y="6323076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81867" y="67254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4859" y="6121908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1188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We're Building NeuroNote</a:t>
            </a:r>
            <a:endParaRPr 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640080" y="21488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688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06324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collaborative workspace where students and small teams organize notes, tasks, and knowledge in structured pages.”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6035040" y="21488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17920" y="2363724"/>
            <a:ext cx="438912" cy="438912"/>
          </a:xfrm>
          <a:prstGeom prst="ellipse">
            <a:avLst/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48259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Collaboration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12280" y="2560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workspace for students and small teams to work together.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035040" y="315468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217920" y="3369564"/>
            <a:ext cx="438912" cy="438912"/>
          </a:xfrm>
          <a:prstGeom prst="ellipse">
            <a:avLst/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3488436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122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Organization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81228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tasks, and knowledge organized into hierarchical pages.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035040" y="41605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217920" y="4375404"/>
            <a:ext cx="438912" cy="438912"/>
          </a:xfrm>
          <a:prstGeom prst="ellipse">
            <a:avLst/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4494276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122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Teamwork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681228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co-edit and see updates as they happen.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6035040" y="51663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217920" y="5381244"/>
            <a:ext cx="438912" cy="438912"/>
          </a:xfrm>
          <a:prstGeom prst="ellipse">
            <a:avLst/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5500116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81228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Reliable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6812280" y="5577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authentication, and automatic saving.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280160" y="5349240"/>
            <a:ext cx="1106424" cy="50292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86584" y="5349240"/>
            <a:ext cx="502920" cy="110642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5852160"/>
            <a:ext cx="502920" cy="100584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6254496"/>
            <a:ext cx="1207008" cy="60350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5852160"/>
            <a:ext cx="1609344" cy="60350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9012" y="581101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345436" y="530809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48356" y="6414516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41932" y="681685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4924" y="6213348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OBJECTIVES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1188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Targets</a:t>
            </a:r>
            <a:endParaRPr 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540868" y="23317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532992" y="2651760"/>
            <a:ext cx="621792" cy="621792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440" y="280720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2308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2s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632308" y="4114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23748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load in under two seconds.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375508" y="23317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367632" y="2651760"/>
            <a:ext cx="621792" cy="621792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080" y="2807208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466948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</a:t>
            </a:r>
            <a:endParaRPr lang="en-US" sz="3000" dirty="0"/>
          </a:p>
        </p:txBody>
      </p:sp>
      <p:sp>
        <p:nvSpPr>
          <p:cNvPr id="29" name="Text 23"/>
          <p:cNvSpPr/>
          <p:nvPr/>
        </p:nvSpPr>
        <p:spPr>
          <a:xfrm>
            <a:off x="3466948" y="4114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558388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supports a growing number of pages.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210148" y="23317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202272" y="2651760"/>
            <a:ext cx="621792" cy="621792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720" y="2807208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301588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+</a:t>
            </a:r>
            <a:endParaRPr lang="en-US" sz="3000" dirty="0"/>
          </a:p>
        </p:txBody>
      </p:sp>
      <p:sp>
        <p:nvSpPr>
          <p:cNvPr id="35" name="Text 28"/>
          <p:cNvSpPr/>
          <p:nvPr/>
        </p:nvSpPr>
        <p:spPr>
          <a:xfrm>
            <a:off x="6301588" y="4114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393028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with role-based permissions.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044788" y="233172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10036912" y="2651760"/>
            <a:ext cx="621792" cy="621792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360" y="2807208"/>
            <a:ext cx="310896" cy="31089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136228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3000" dirty="0"/>
          </a:p>
        </p:txBody>
      </p:sp>
      <p:sp>
        <p:nvSpPr>
          <p:cNvPr id="41" name="Text 33"/>
          <p:cNvSpPr/>
          <p:nvPr/>
        </p:nvSpPr>
        <p:spPr>
          <a:xfrm>
            <a:off x="9136228" y="4114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9227668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are saved automatically as you work.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828800" y="868680"/>
            <a:ext cx="1307592" cy="59436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36392" y="868680"/>
            <a:ext cx="594360" cy="1307592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463040"/>
            <a:ext cx="594360" cy="118872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1938528"/>
            <a:ext cx="1426464" cy="713232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463040"/>
            <a:ext cx="1901952" cy="713232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7652" y="142189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95244" y="82753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89604" y="2135124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82012" y="26106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5548" y="1897380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10180015" y="4892040"/>
            <a:ext cx="1106424" cy="50292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86439" y="4892040"/>
            <a:ext cx="502920" cy="110642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80015" y="5394960"/>
            <a:ext cx="502920" cy="100584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5927" y="5797296"/>
            <a:ext cx="1207008" cy="60350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80015" y="5394960"/>
            <a:ext cx="1609344" cy="60350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38867" y="535381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245291" y="485089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48211" y="5957316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641787" y="635965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34779" y="5756148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22960" y="22860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0" dirty="0"/>
          </a:p>
        </p:txBody>
      </p:sp>
      <p:sp>
        <p:nvSpPr>
          <p:cNvPr id="28" name="Shape 24"/>
          <p:cNvSpPr/>
          <p:nvPr/>
        </p:nvSpPr>
        <p:spPr>
          <a:xfrm>
            <a:off x="914400" y="3977640"/>
            <a:ext cx="14630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22960" y="4114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Technology</a:t>
            </a:r>
            <a:endParaRPr lang="en-US" sz="4000" dirty="0"/>
          </a:p>
        </p:txBody>
      </p:sp>
      <p:sp>
        <p:nvSpPr>
          <p:cNvPr id="30" name="Text 26"/>
          <p:cNvSpPr/>
          <p:nvPr/>
        </p:nvSpPr>
        <p:spPr>
          <a:xfrm>
            <a:off x="86868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stack, structure, and system design behind NeuroNote.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911535" y="5394960"/>
            <a:ext cx="1005840" cy="45720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7375" y="5394960"/>
            <a:ext cx="457200" cy="10058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535" y="5852160"/>
            <a:ext cx="457200" cy="91440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6217920"/>
            <a:ext cx="1097280" cy="5486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11535" y="5852160"/>
            <a:ext cx="1463040" cy="5486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70387" y="58110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876227" y="53538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333427" y="635965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27587" y="67254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30307" y="617677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1188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 Modern Full-Stack Toolset</a:t>
            </a:r>
            <a:endParaRPr 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540868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514704" y="2423160"/>
            <a:ext cx="658368" cy="65836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152" y="2578608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2308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/ UX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1523848" y="3611880"/>
            <a:ext cx="64008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96900" y="37947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&amp; mockups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tokens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prototypes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375508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49344" y="2423160"/>
            <a:ext cx="658368" cy="65836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792" y="2578608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466948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4358488" y="3611880"/>
            <a:ext cx="64008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631540" y="37947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TypeScript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210148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183984" y="2423160"/>
            <a:ext cx="658368" cy="65836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432" y="2578608"/>
            <a:ext cx="347472" cy="34747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301588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7193128" y="3611880"/>
            <a:ext cx="64008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466180" y="37947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real-time hub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044788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10018624" y="2423160"/>
            <a:ext cx="658368" cy="65836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4072" y="2578608"/>
            <a:ext cx="347472" cy="34747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136228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10027768" y="3611880"/>
            <a:ext cx="64008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9300820" y="37947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&amp; seeding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constraints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188720" y="5394960"/>
            <a:ext cx="1005840" cy="45720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0" y="5394960"/>
            <a:ext cx="457200" cy="100584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852160"/>
            <a:ext cx="457200" cy="91440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217920"/>
            <a:ext cx="1097280" cy="54864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5852160"/>
            <a:ext cx="1463040" cy="54864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7572" y="581101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53412" y="535381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610612" y="635965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04772" y="672541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7492" y="617677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1188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</a:t>
            </a:r>
            <a:endParaRPr 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2072488" y="2148840"/>
            <a:ext cx="6949440" cy="621792"/>
          </a:xfrm>
          <a:prstGeom prst="roundRect">
            <a:avLst>
              <a:gd name="adj" fmla="val 10294"/>
            </a:avLst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656" y="231343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712568" y="22037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(Angular)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2712568" y="24963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UI components, routing, state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547208" y="2770632"/>
            <a:ext cx="0" cy="164592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2072488" y="2935224"/>
            <a:ext cx="6949440" cy="621792"/>
          </a:xfrm>
          <a:prstGeom prst="roundRect">
            <a:avLst>
              <a:gd name="adj" fmla="val 10294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656" y="3099816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12568" y="2990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2712568" y="32826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endpoints, controllers, request handling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547208" y="3557016"/>
            <a:ext cx="0" cy="164592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2072488" y="3721608"/>
            <a:ext cx="6949440" cy="621792"/>
          </a:xfrm>
          <a:prstGeom prst="roundRect">
            <a:avLst>
              <a:gd name="adj" fmla="val 10294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656" y="3886200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712568" y="3776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2712568" y="4069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validation, use-case orchestration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547208" y="4343400"/>
            <a:ext cx="0" cy="164592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2072488" y="4507992"/>
            <a:ext cx="6949440" cy="621792"/>
          </a:xfrm>
          <a:prstGeom prst="roundRect">
            <a:avLst>
              <a:gd name="adj" fmla="val 10294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3656" y="4672584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712568" y="45628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(Entity Framework)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2712568" y="48554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Repositories, query logic, ORM mapping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5547208" y="5129784"/>
            <a:ext cx="0" cy="164592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2072488" y="5294376"/>
            <a:ext cx="6949440" cy="621792"/>
          </a:xfrm>
          <a:prstGeom prst="roundRect">
            <a:avLst>
              <a:gd name="adj" fmla="val 10294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3656" y="5458968"/>
            <a:ext cx="292608" cy="29260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2712568" y="5349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(SQL Server)</a:t>
            </a:r>
            <a:endParaRPr lang="en-US" sz="1350" dirty="0"/>
          </a:p>
        </p:txBody>
      </p:sp>
      <p:sp>
        <p:nvSpPr>
          <p:cNvPr id="42" name="Text 33"/>
          <p:cNvSpPr/>
          <p:nvPr/>
        </p:nvSpPr>
        <p:spPr>
          <a:xfrm>
            <a:off x="2712568" y="56418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of all structured data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9341968" y="301752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9341968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— BEHAVIORAL VIEW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1188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3291840" y="1965960"/>
            <a:ext cx="8138160" cy="3931920"/>
          </a:xfrm>
          <a:prstGeom prst="roundRect">
            <a:avLst>
              <a:gd name="adj" fmla="val 1395"/>
            </a:avLst>
          </a:prstGeom>
          <a:solidFill>
            <a:srgbClr val="111D38"/>
          </a:solidFill>
          <a:ln w="15875">
            <a:solidFill>
              <a:srgbClr val="27354F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3520440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System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2331720"/>
            <a:ext cx="457200" cy="457200"/>
          </a:xfrm>
          <a:prstGeom prst="ellipse">
            <a:avLst/>
          </a:prstGeom>
          <a:solidFill>
            <a:srgbClr val="1B2745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4140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" y="28437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1B2745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78561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" y="42153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02920" y="5074920"/>
            <a:ext cx="457200" cy="457200"/>
          </a:xfrm>
          <a:prstGeom prst="ellipse">
            <a:avLst/>
          </a:prstGeom>
          <a:solidFill>
            <a:srgbClr val="1B2745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515721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20" y="55869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794760" y="2468880"/>
            <a:ext cx="2331720" cy="658368"/>
          </a:xfrm>
          <a:prstGeom prst="ellipse">
            <a:avLst/>
          </a:prstGeom>
          <a:solidFill>
            <a:srgbClr val="16223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3867912" y="24688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Workspace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355080" y="2468880"/>
            <a:ext cx="2331720" cy="658368"/>
          </a:xfrm>
          <a:prstGeom prst="ellipse">
            <a:avLst/>
          </a:prstGeom>
          <a:solidFill>
            <a:srgbClr val="16223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428232" y="24688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Page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915400" y="2468880"/>
            <a:ext cx="2331720" cy="658368"/>
          </a:xfrm>
          <a:prstGeom prst="ellipse">
            <a:avLst/>
          </a:prstGeom>
          <a:solidFill>
            <a:srgbClr val="16223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988552" y="24688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Page Content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794760" y="3566160"/>
            <a:ext cx="2331720" cy="658368"/>
          </a:xfrm>
          <a:prstGeom prst="ellipse">
            <a:avLst/>
          </a:prstGeom>
          <a:solidFill>
            <a:srgbClr val="16223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867912" y="356616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Page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355080" y="3566160"/>
            <a:ext cx="2331720" cy="658368"/>
          </a:xfrm>
          <a:prstGeom prst="ellipse">
            <a:avLst/>
          </a:prstGeom>
          <a:solidFill>
            <a:srgbClr val="16223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428232" y="356616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Page Hierarchy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915400" y="3566160"/>
            <a:ext cx="2331720" cy="658368"/>
          </a:xfrm>
          <a:prstGeom prst="ellipse">
            <a:avLst/>
          </a:prstGeom>
          <a:solidFill>
            <a:srgbClr val="16223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988552" y="356616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Page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960120" y="2560320"/>
            <a:ext cx="2834640" cy="237744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960120" y="2560320"/>
            <a:ext cx="5394960" cy="237744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60120" y="2560320"/>
            <a:ext cx="2834640" cy="1335024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 flipV="1">
            <a:off x="960120" y="3895344"/>
            <a:ext cx="5394960" cy="36576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 flipV="1">
            <a:off x="960120" y="3895344"/>
            <a:ext cx="7955280" cy="36576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 flipV="1">
            <a:off x="960120" y="2798064"/>
            <a:ext cx="7955280" cy="1133856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 flipV="1">
            <a:off x="960120" y="2798064"/>
            <a:ext cx="2834640" cy="2505456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 flipV="1">
            <a:off x="960120" y="3895344"/>
            <a:ext cx="2834640" cy="1408176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— STRUCTURAL VIEW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1188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502920" y="2240280"/>
            <a:ext cx="2331720" cy="3108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22402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02920" y="2551176"/>
            <a:ext cx="2331720" cy="950976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2648" y="25511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12648" y="278892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12648" y="302666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12648" y="326440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PasswordHash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4114800"/>
            <a:ext cx="2331720" cy="3108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41148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2920" y="4425696"/>
            <a:ext cx="2331720" cy="475488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2648" y="442569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12648" y="466344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429000" y="2011680"/>
            <a:ext cx="2331720" cy="3108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29000" y="20116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3429000" y="2322576"/>
            <a:ext cx="2331720" cy="713232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38728" y="2322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538728" y="256032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538728" y="279806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OwnerId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429000" y="3840480"/>
            <a:ext cx="2331720" cy="3108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29000" y="38404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WorkspaceMembers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3429000" y="4151376"/>
            <a:ext cx="2331720" cy="950976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38728" y="41513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538728" y="438912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WorkspaceId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538728" y="462686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UserId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538728" y="486460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355080" y="2011680"/>
            <a:ext cx="2331720" cy="3108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355080" y="20116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355080" y="2322576"/>
            <a:ext cx="2331720" cy="950976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64808" y="2322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464808" y="256032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WorkspaceId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464808" y="279806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464808" y="303580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ParentPageId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355080" y="4114800"/>
            <a:ext cx="2331720" cy="3108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355080" y="41148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6355080" y="4425696"/>
            <a:ext cx="2331720" cy="1188720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464808" y="442569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464808" y="466344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PageId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464808" y="490118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6464808" y="513892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6464808" y="5376672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9281160" y="2011680"/>
            <a:ext cx="2331720" cy="3108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281160" y="20116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9281160" y="2322576"/>
            <a:ext cx="2331720" cy="950976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9390888" y="2322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9390888" y="256032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PageId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9390888" y="279806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UserId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9390888" y="303580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9281160" y="4114800"/>
            <a:ext cx="2331720" cy="3108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9281160" y="41148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</a:t>
            </a:r>
            <a:endParaRPr lang="en-US" sz="1150" dirty="0"/>
          </a:p>
        </p:txBody>
      </p:sp>
      <p:sp>
        <p:nvSpPr>
          <p:cNvPr id="58" name="Shape 54"/>
          <p:cNvSpPr/>
          <p:nvPr/>
        </p:nvSpPr>
        <p:spPr>
          <a:xfrm>
            <a:off x="9281160" y="4425696"/>
            <a:ext cx="2331720" cy="713232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9390888" y="442569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9390888" y="466344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WorkspaceId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9390888" y="490118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1668780" y="3502152"/>
            <a:ext cx="914" cy="612648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723644" y="3707892"/>
            <a:ext cx="457200" cy="201168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64" name="Text 60"/>
          <p:cNvSpPr/>
          <p:nvPr/>
        </p:nvSpPr>
        <p:spPr>
          <a:xfrm>
            <a:off x="1723644" y="37078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2834640" y="2871216"/>
            <a:ext cx="594360" cy="1600200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3186684" y="3570732"/>
            <a:ext cx="457200" cy="201168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67" name="Text 63"/>
          <p:cNvSpPr/>
          <p:nvPr/>
        </p:nvSpPr>
        <p:spPr>
          <a:xfrm>
            <a:off x="3186684" y="35707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800" dirty="0"/>
          </a:p>
        </p:txBody>
      </p:sp>
      <p:sp>
        <p:nvSpPr>
          <p:cNvPr id="68" name="Shape 64"/>
          <p:cNvSpPr/>
          <p:nvPr/>
        </p:nvSpPr>
        <p:spPr>
          <a:xfrm>
            <a:off x="4594860" y="3035808"/>
            <a:ext cx="914" cy="804672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4649724" y="3337560"/>
            <a:ext cx="457200" cy="201168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70" name="Text 66"/>
          <p:cNvSpPr/>
          <p:nvPr/>
        </p:nvSpPr>
        <p:spPr>
          <a:xfrm>
            <a:off x="4649724" y="3337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800" dirty="0"/>
          </a:p>
        </p:txBody>
      </p:sp>
      <p:sp>
        <p:nvSpPr>
          <p:cNvPr id="71" name="Shape 67"/>
          <p:cNvSpPr/>
          <p:nvPr/>
        </p:nvSpPr>
        <p:spPr>
          <a:xfrm>
            <a:off x="5760720" y="2523744"/>
            <a:ext cx="594360" cy="118872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5829300" y="2363724"/>
            <a:ext cx="457200" cy="18288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73" name="Text 69"/>
          <p:cNvSpPr/>
          <p:nvPr/>
        </p:nvSpPr>
        <p:spPr>
          <a:xfrm>
            <a:off x="5829300" y="23637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800" dirty="0"/>
          </a:p>
        </p:txBody>
      </p:sp>
      <p:sp>
        <p:nvSpPr>
          <p:cNvPr id="74" name="Shape 70"/>
          <p:cNvSpPr/>
          <p:nvPr/>
        </p:nvSpPr>
        <p:spPr>
          <a:xfrm>
            <a:off x="7520940" y="3273552"/>
            <a:ext cx="914" cy="841248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7575804" y="3593592"/>
            <a:ext cx="457200" cy="201168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76" name="Text 72"/>
          <p:cNvSpPr/>
          <p:nvPr/>
        </p:nvSpPr>
        <p:spPr>
          <a:xfrm>
            <a:off x="7575804" y="3593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800" dirty="0"/>
          </a:p>
        </p:txBody>
      </p:sp>
      <p:sp>
        <p:nvSpPr>
          <p:cNvPr id="77" name="Shape 73"/>
          <p:cNvSpPr/>
          <p:nvPr/>
        </p:nvSpPr>
        <p:spPr>
          <a:xfrm>
            <a:off x="8686800" y="2642616"/>
            <a:ext cx="594360" cy="914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755380" y="2423160"/>
            <a:ext cx="457200" cy="18288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79" name="Text 75"/>
          <p:cNvSpPr/>
          <p:nvPr/>
        </p:nvSpPr>
        <p:spPr>
          <a:xfrm>
            <a:off x="8755380" y="24231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800" dirty="0"/>
          </a:p>
        </p:txBody>
      </p:sp>
      <p:sp>
        <p:nvSpPr>
          <p:cNvPr id="80" name="Shape 76"/>
          <p:cNvSpPr/>
          <p:nvPr/>
        </p:nvSpPr>
        <p:spPr>
          <a:xfrm>
            <a:off x="5760720" y="2377440"/>
            <a:ext cx="3520440" cy="2103120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7292340" y="3209544"/>
            <a:ext cx="457200" cy="18288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82" name="Text 78"/>
          <p:cNvSpPr/>
          <p:nvPr/>
        </p:nvSpPr>
        <p:spPr>
          <a:xfrm>
            <a:off x="7292340" y="3209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800" dirty="0"/>
          </a:p>
        </p:txBody>
      </p:sp>
      <p:sp>
        <p:nvSpPr>
          <p:cNvPr id="83" name="Text 79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84" name="Text 80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— STRUCTURAL VIEW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1188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457200" y="2057400"/>
            <a:ext cx="2468880" cy="292608"/>
          </a:xfrm>
          <a:prstGeom prst="rect">
            <a:avLst/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057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350008"/>
            <a:ext cx="2468880" cy="1188720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3054096"/>
            <a:ext cx="2468880" cy="0"/>
          </a:xfrm>
          <a:prstGeom prst="line">
            <a:avLst/>
          </a:prstGeom>
          <a:noFill/>
          <a:ln w="12700">
            <a:solidFill>
              <a:srgbClr val="27354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2350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int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48640" y="2569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string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48640" y="2788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email: string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48640" y="30998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register()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48640" y="3319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login()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46120" y="1828800"/>
            <a:ext cx="2468880" cy="292608"/>
          </a:xfrm>
          <a:prstGeom prst="rect">
            <a:avLst/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46120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46120" y="2121408"/>
            <a:ext cx="2468880" cy="1188720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46120" y="2825496"/>
            <a:ext cx="2468880" cy="0"/>
          </a:xfrm>
          <a:prstGeom prst="line">
            <a:avLst/>
          </a:prstGeom>
          <a:noFill/>
          <a:ln w="12700">
            <a:solidFill>
              <a:srgbClr val="2735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37560" y="21214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int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337560" y="2340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string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337560" y="2560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ownerId: int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337560" y="28712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invite()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3337560" y="30906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rename()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035040" y="2057400"/>
            <a:ext cx="2468880" cy="292608"/>
          </a:xfrm>
          <a:prstGeom prst="rect">
            <a:avLst/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35040" y="2057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035040" y="2350008"/>
            <a:ext cx="2468880" cy="1188720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035040" y="3054096"/>
            <a:ext cx="2468880" cy="0"/>
          </a:xfrm>
          <a:prstGeom prst="line">
            <a:avLst/>
          </a:prstGeom>
          <a:noFill/>
          <a:ln w="12700">
            <a:solidFill>
              <a:srgbClr val="27354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26480" y="2350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int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126480" y="2569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string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6126480" y="2788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parentId: int?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6126480" y="30998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move()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126480" y="3319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duplicate()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8823960" y="1828800"/>
            <a:ext cx="2468880" cy="292608"/>
          </a:xfrm>
          <a:prstGeom prst="rect">
            <a:avLst/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823960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8823960" y="2121408"/>
            <a:ext cx="2468880" cy="1188720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823960" y="3044952"/>
            <a:ext cx="2468880" cy="0"/>
          </a:xfrm>
          <a:prstGeom prst="line">
            <a:avLst/>
          </a:prstGeom>
          <a:noFill/>
          <a:ln w="12700">
            <a:solidFill>
              <a:srgbClr val="27354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915400" y="21214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int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8915400" y="2340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type: string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8915400" y="2560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content: string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8915400" y="2779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order: int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8915400" y="30906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reorder()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6035040" y="4251960"/>
            <a:ext cx="2468880" cy="292608"/>
          </a:xfrm>
          <a:prstGeom prst="rect">
            <a:avLst/>
          </a:prstGeom>
          <a:solidFill>
            <a:srgbClr val="1B274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035040" y="4251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6035040" y="4544568"/>
            <a:ext cx="2468880" cy="969264"/>
          </a:xfrm>
          <a:prstGeom prst="rect">
            <a:avLst/>
          </a:prstGeom>
          <a:solidFill>
            <a:srgbClr val="16223F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035040" y="5029200"/>
            <a:ext cx="2468880" cy="0"/>
          </a:xfrm>
          <a:prstGeom prst="line">
            <a:avLst/>
          </a:prstGeom>
          <a:noFill/>
          <a:ln w="12700">
            <a:solidFill>
              <a:srgbClr val="27354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126480" y="45445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int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6126480" y="4764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content: string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6126480" y="5074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edit()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6126480" y="52943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C2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delete()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2926080" y="2843784"/>
            <a:ext cx="320040" cy="228600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857500" y="2738628"/>
            <a:ext cx="457200" cy="18288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55" name="Text 51"/>
          <p:cNvSpPr/>
          <p:nvPr/>
        </p:nvSpPr>
        <p:spPr>
          <a:xfrm>
            <a:off x="2857500" y="27386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800" dirty="0"/>
          </a:p>
        </p:txBody>
      </p:sp>
      <p:sp>
        <p:nvSpPr>
          <p:cNvPr id="56" name="Shape 52"/>
          <p:cNvSpPr/>
          <p:nvPr/>
        </p:nvSpPr>
        <p:spPr>
          <a:xfrm>
            <a:off x="5715000" y="2843784"/>
            <a:ext cx="320040" cy="228600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5646420" y="2738628"/>
            <a:ext cx="457200" cy="18288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58" name="Text 54"/>
          <p:cNvSpPr/>
          <p:nvPr/>
        </p:nvSpPr>
        <p:spPr>
          <a:xfrm>
            <a:off x="5646420" y="27386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800" dirty="0"/>
          </a:p>
        </p:txBody>
      </p:sp>
      <p:sp>
        <p:nvSpPr>
          <p:cNvPr id="59" name="Shape 55"/>
          <p:cNvSpPr/>
          <p:nvPr/>
        </p:nvSpPr>
        <p:spPr>
          <a:xfrm>
            <a:off x="8503920" y="2843784"/>
            <a:ext cx="320040" cy="228600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8435340" y="2738628"/>
            <a:ext cx="457200" cy="18288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61" name="Text 57"/>
          <p:cNvSpPr/>
          <p:nvPr/>
        </p:nvSpPr>
        <p:spPr>
          <a:xfrm>
            <a:off x="8435340" y="27386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</a:t>
            </a:r>
            <a:endParaRPr lang="en-US" sz="800" dirty="0"/>
          </a:p>
        </p:txBody>
      </p:sp>
      <p:sp>
        <p:nvSpPr>
          <p:cNvPr id="62" name="Shape 58"/>
          <p:cNvSpPr/>
          <p:nvPr/>
        </p:nvSpPr>
        <p:spPr>
          <a:xfrm>
            <a:off x="7269480" y="3538728"/>
            <a:ext cx="914" cy="713232"/>
          </a:xfrm>
          <a:prstGeom prst="line">
            <a:avLst/>
          </a:prstGeom>
          <a:noFill/>
          <a:ln w="12700">
            <a:solidFill>
              <a:srgbClr val="93A3C0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324344" y="3794760"/>
            <a:ext cx="411480" cy="201168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64" name="Text 60"/>
          <p:cNvSpPr/>
          <p:nvPr/>
        </p:nvSpPr>
        <p:spPr>
          <a:xfrm>
            <a:off x="7324344" y="3794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800" dirty="0"/>
          </a:p>
        </p:txBody>
      </p:sp>
      <p:sp>
        <p:nvSpPr>
          <p:cNvPr id="65" name="Text 6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828800" y="868680"/>
            <a:ext cx="1307592" cy="59436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36392" y="868680"/>
            <a:ext cx="594360" cy="1307592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463040"/>
            <a:ext cx="594360" cy="118872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1938528"/>
            <a:ext cx="1426464" cy="713232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463040"/>
            <a:ext cx="1901952" cy="713232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7652" y="142189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95244" y="82753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89604" y="2135124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82012" y="26106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5548" y="1897380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10180015" y="4892040"/>
            <a:ext cx="1106424" cy="50292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86439" y="4892040"/>
            <a:ext cx="502920" cy="110642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80015" y="5394960"/>
            <a:ext cx="502920" cy="100584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5927" y="5797296"/>
            <a:ext cx="1207008" cy="60350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80015" y="5394960"/>
            <a:ext cx="1609344" cy="603504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38867" y="535381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245291" y="485089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48211" y="5957316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641787" y="635965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34779" y="5756148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22960" y="22860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0" dirty="0"/>
          </a:p>
        </p:txBody>
      </p:sp>
      <p:sp>
        <p:nvSpPr>
          <p:cNvPr id="28" name="Shape 24"/>
          <p:cNvSpPr/>
          <p:nvPr/>
        </p:nvSpPr>
        <p:spPr>
          <a:xfrm>
            <a:off x="914400" y="3977640"/>
            <a:ext cx="14630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22960" y="4114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Credits</a:t>
            </a:r>
            <a:endParaRPr lang="en-US" sz="4000" dirty="0"/>
          </a:p>
        </p:txBody>
      </p:sp>
      <p:sp>
        <p:nvSpPr>
          <p:cNvPr id="30" name="Text 26"/>
          <p:cNvSpPr/>
          <p:nvPr/>
        </p:nvSpPr>
        <p:spPr>
          <a:xfrm>
            <a:off x="86868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NeuroNote and thanking those who guided us.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911535" y="5394960"/>
            <a:ext cx="1005840" cy="45720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7375" y="5394960"/>
            <a:ext cx="457200" cy="10058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535" y="5852160"/>
            <a:ext cx="457200" cy="91440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6217920"/>
            <a:ext cx="1097280" cy="5486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11535" y="5852160"/>
            <a:ext cx="1463040" cy="5486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70387" y="58110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876227" y="53538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333427" y="635965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27587" y="67254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30307" y="617677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1188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Delivered</a:t>
            </a:r>
            <a:endParaRPr 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640080" y="22860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8680" y="2478024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96896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08760" y="23774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Collaborative Workspace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508760" y="27066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teams can create workspaces, structure pages, and edit together.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327355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8680" y="3465576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584448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336499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Layered Architecture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508760" y="369417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frontend, ASP.NET Core API, and SQL Server built on Clean Architecture.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40080" y="426110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68680" y="4453128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572000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08760" y="435254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508760" y="4681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keeps pages and blocks in sync as teammates edit.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40080" y="524865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11D38"/>
          </a:solidFill>
          <a:ln w="12700">
            <a:solidFill>
              <a:srgbClr val="27354F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68680" y="544068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5559552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508760" y="534009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to Build On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508760" y="56692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design ready for search, notifications, and future scaling.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|  DEPI Graduation Project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9448495" y="6446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Credits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280160" y="731520"/>
            <a:ext cx="1005840" cy="45720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731520"/>
            <a:ext cx="457200" cy="100584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188720"/>
            <a:ext cx="457200" cy="91440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1097280" cy="54864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188720"/>
            <a:ext cx="1463040" cy="548640"/>
          </a:xfrm>
          <a:prstGeom prst="line">
            <a:avLst/>
          </a:prstGeom>
          <a:noFill/>
          <a:ln w="12700">
            <a:solidFill>
              <a:srgbClr val="93A3C0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9012" y="114757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44852" y="69037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02052" y="169621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96212" y="206197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8932" y="1513332"/>
            <a:ext cx="82296" cy="82296"/>
          </a:xfrm>
          <a:prstGeom prst="ellipse">
            <a:avLst/>
          </a:prstGeom>
          <a:solidFill>
            <a:srgbClr val="93A3C0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10911535" y="5303520"/>
            <a:ext cx="1005840" cy="45720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17375" y="5303520"/>
            <a:ext cx="457200" cy="10058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1535" y="5760720"/>
            <a:ext cx="457200" cy="91440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71455" y="6126480"/>
            <a:ext cx="1097280" cy="5486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11535" y="5760720"/>
            <a:ext cx="1463040" cy="548640"/>
          </a:xfrm>
          <a:prstGeom prst="line">
            <a:avLst/>
          </a:prstGeom>
          <a:noFill/>
          <a:ln w="12700">
            <a:solidFill>
              <a:srgbClr val="D4AF37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70387" y="571957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876227" y="526237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333427" y="626821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327587" y="663397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230307" y="6085332"/>
            <a:ext cx="82296" cy="82296"/>
          </a:xfrm>
          <a:prstGeom prst="ellipse">
            <a:avLst/>
          </a:prstGeom>
          <a:solidFill>
            <a:srgbClr val="D4AF37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0" descr="/mnt/user-data/uploads/178339547247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74904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3749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545775" y="320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1" descr="/mnt/user-data/uploads/178339507123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18927" y="402336"/>
            <a:ext cx="1097280" cy="40233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28" name="Text 24"/>
          <p:cNvSpPr/>
          <p:nvPr/>
        </p:nvSpPr>
        <p:spPr>
          <a:xfrm>
            <a:off x="0" y="2194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NeuroNote team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3261208" y="278892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1B2745"/>
          </a:solidFill>
          <a:ln w="15875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489808" y="3035808"/>
            <a:ext cx="566928" cy="566928"/>
          </a:xfrm>
          <a:prstGeom prst="ellipse">
            <a:avLst/>
          </a:prstGeom>
          <a:solidFill>
            <a:srgbClr val="0A1428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968" y="3172968"/>
            <a:ext cx="292608" cy="29260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267048" y="2880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special thanks to our mentor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Mahmoud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0" y="41605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3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914400" y="44805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Mahmoud      •      Youssab Ossama      •      George Nageh      •      Ahmed Mohamed      •      Mohanad Mahmoud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NeuroNote  —  Digital Egypt Pioneers Initiative (DEPI) Graduation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NeuroNote — Project Presentation</dc:title>
  <dc:subject>PptxGenJS Presentation</dc:subject>
  <dc:creator>NeuroNote Team</dc:creator>
  <cp:lastModifiedBy>NeuroNote Team</cp:lastModifiedBy>
  <cp:revision>1</cp:revision>
  <dcterms:created xsi:type="dcterms:W3CDTF">2026-07-09T08:13:48Z</dcterms:created>
  <dcterms:modified xsi:type="dcterms:W3CDTF">2026-07-09T08:13:48Z</dcterms:modified>
</cp:coreProperties>
</file>